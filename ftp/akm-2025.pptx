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65" d="100"/>
          <a:sy n="165" d="100"/>
        </p:scale>
        <p:origin x="66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99fb6e74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99fb6e74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99fb6e7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99fb6e7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9fb6e74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9fb6e74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a1678091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a1678091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1678091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1678091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a167809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a167809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a2de1753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a2de1753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unigram už ztrácí typickou stylistiku, pouze ukazuje frekvenci slov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99fb6e74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99fb6e74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a1678091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a1678091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  <p:pic>
        <p:nvPicPr>
          <p:cNvPr id="9" name="Google Shape;9;p1" title="Snímek obrazovky 2025-11-26 v 20.05.4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95350" y="181050"/>
            <a:ext cx="776575" cy="6494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12094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600"/>
              <a:t>Využití metod strojového učení</a:t>
            </a:r>
            <a:br>
              <a:rPr lang="cs" sz="3600"/>
            </a:br>
            <a:r>
              <a:rPr lang="cs" sz="3600"/>
              <a:t>pro určování autorství českých textů</a:t>
            </a:r>
            <a:br>
              <a:rPr lang="cs" sz="3600"/>
            </a:br>
            <a:r>
              <a:rPr lang="cs" sz="3600"/>
              <a:t>z přelomu 19. a 20. století</a:t>
            </a:r>
            <a:endParaRPr sz="36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682415"/>
            <a:ext cx="85206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Jan Pokorný a František Válek</a:t>
            </a:r>
            <a:endParaRPr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Národní knihovna ČR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Problém určování autorství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Určování autorství anonymních nebo sporných textů je dlouhodobě významným tématem v literární vědě.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historické texty bez jasné atribuce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neúplné bibliografické záznamy v digitálních archivech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potřeba ověření atribuce starých děl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detekce plagiátů a neoprávněných autorství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/>
              <a:t>Přesné určení autorství umožňuje nejen korekci nesprávné atribuce textů, ale i hlubší analýzu stylového vývoje jednotlivých autorů a lepší pochopení literárních dějin.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Zvolená metoda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Předpoklady: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Každý autor má unikátní jazykový styl.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Styl zůstává stabilní i přes různé témata.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Strojovým učením lze natrénovat </a:t>
            </a:r>
            <a:r>
              <a:rPr lang="cs"/>
              <a:t>tyto vzory.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⇒ </a:t>
            </a:r>
            <a:r>
              <a:rPr lang="cs" b="1" dirty="0"/>
              <a:t>Analýza statistických charakteristik textu</a:t>
            </a:r>
            <a:r>
              <a:rPr lang="cs" dirty="0"/>
              <a:t> (jazykový styl, nikoli obsah)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Technické řešení: korpus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vybrané knihy: v 1. fázi 23 českých autorů, v 2. fázi 325 autorů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období: přelom 19. a 20. století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zdroj: Národní digitální knihovna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autoři: Čapek, Neruda, Jirásek, Heyduk atd.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Technické řešení: příprava dat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digitalizace: skenování a OCR vybraných knih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čištění autorských textů od jiných částí knih: odstranění poznámek, obsahu, editorských poznámek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normalizace: jednotné kódování UTF-8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segmentace: rozdělení na segmenty po 1000, 500, 200 a 100 slovech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Technické řešení: zpracování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Delexikace: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nahrazení významových slov (autosémantika – podstatná jména, přídavná jména, slovesa, příslovce) slovním druhem (POS tagy), např. „pes běžel rychle“ se převede na tagy: NOUN, VERB, ADV,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ponechána funkční slova (synsémantika – předložky, spojky, zájmena, částice), např. „v“, „a“, „který“, „že“ zůstanou, protože funkční slova se používají velmi často a jejich frekvence je velmi typická pro styl autora,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generování n-gramů: kombinace slov pro detekci vzorů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Klasifikace textu pomocí metody Support Vector Machine (LinearSVC klasifikátor):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trénování: 60% textu daného titulu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testování: zbylých 40% textu (20% ve 2 nezávislých sadách)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vyhodnocení: % přesnost rozpoznání autorů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Výsledky a zjištění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přesnost je dána délkou textového originálu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při 1000 slovech dosahuje přesnost 96% u 23 autorů, 82% u 325 autorů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autoři s konzistentním stylem jsou lépe rozpoznatelní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u kratších textů s 50 slovy klesá přesnost na 42%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/>
              <a:t>Někteří autoři mají značné rozdíly mezi jednotlivými díly, tj. mají nízkou konzistenci stylu ⇒ ztížené určování autorství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Výsledky testování na sadách train, test a devel</a:t>
            </a:r>
            <a:endParaRPr/>
          </a:p>
        </p:txBody>
      </p:sp>
      <p:pic>
        <p:nvPicPr>
          <p:cNvPr id="98" name="Google Shape;98;p20" title="Snímek obrazovky 2025-11-26 v 20.41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425" y="975734"/>
            <a:ext cx="6229158" cy="396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Originál vs. pastiš</a:t>
            </a: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Lze rozlišit skutečného autora od imitátora?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test: Zdeněk Jirotka vs. Miroslav Macek (pokračovatel)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výsledek: 100% přesnost u delších textů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závěr: model rozpozná i stylové napodobení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926" y="2818625"/>
            <a:ext cx="1283900" cy="20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5674" y="2818625"/>
            <a:ext cx="1462491" cy="208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8025" y="2818625"/>
            <a:ext cx="1491249" cy="20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9123" y="2844418"/>
            <a:ext cx="1462500" cy="2056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Praktická aplikace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Detekce plagiátů: najít neoprávněné kopie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Verifikace metadat: ověření správnosti autorství v digitálních knihovnách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Identifikace anonymních textů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Macintosh PowerPoint</Application>
  <PresentationFormat>Předvádění na obrazovce (16:9)</PresentationFormat>
  <Paragraphs>53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Využití metod strojového učení pro určování autorství českých textů z přelomu 19. a 20. století</vt:lpstr>
      <vt:lpstr>Problém určování autorství</vt:lpstr>
      <vt:lpstr>Zvolená metoda</vt:lpstr>
      <vt:lpstr>Technické řešení: korpus</vt:lpstr>
      <vt:lpstr>Technické řešení: příprava dat</vt:lpstr>
      <vt:lpstr>Technické řešení: zpracování</vt:lpstr>
      <vt:lpstr>Výsledky a zjištění</vt:lpstr>
      <vt:lpstr>Výsledky testování na sadách train, test a devel</vt:lpstr>
      <vt:lpstr>Originál vs. pastiš</vt:lpstr>
      <vt:lpstr>Praktická aplikace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Využití metod strojového učení pro určování autorství českých textů z přelomu 19. a 20. století</dc:title>
  <cp:lastModifiedBy>Jan Pokorný</cp:lastModifiedBy>
  <cp:revision>1</cp:revision>
  <dcterms:modified xsi:type="dcterms:W3CDTF">2025-11-26T20:59:18Z</dcterms:modified>
</cp:coreProperties>
</file>